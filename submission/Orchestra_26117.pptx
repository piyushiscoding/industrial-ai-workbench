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a95109d46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a95109d46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a95109d4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a95109d4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fa95109d46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fa95109d46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fa95109d4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fa95109d4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fa95109d46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fa95109d46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6" name="Google Shape;56;p13" title="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3" name="Google Shape;63;p14" title="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0" name="Google Shape;70;p15" title="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7" name="Google Shape;7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84" name="Google Shape;8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91" name="Google Shape;9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